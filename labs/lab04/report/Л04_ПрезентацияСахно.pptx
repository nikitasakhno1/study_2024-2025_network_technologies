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71" r:id="rId13"/>
    <p:sldId id="268" r:id="rId14"/>
    <p:sldId id="269" r:id="rId15"/>
    <p:sldId id="270" r:id="rId16"/>
    <p:sldId id="272" r:id="rId17"/>
    <p:sldId id="273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41196-B1EE-476A-816C-A7EC464DD4F1}" type="datetimeFigureOut">
              <a:rPr lang="ru-RU" smtClean="0"/>
              <a:t>01.02.2026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9837E-BD26-434D-9F3A-0BBB61C739D5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10527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41196-B1EE-476A-816C-A7EC464DD4F1}" type="datetimeFigureOut">
              <a:rPr lang="ru-RU" smtClean="0"/>
              <a:t>01.02.2026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9837E-BD26-434D-9F3A-0BBB61C739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48292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41196-B1EE-476A-816C-A7EC464DD4F1}" type="datetimeFigureOut">
              <a:rPr lang="ru-RU" smtClean="0"/>
              <a:t>01.02.2026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9837E-BD26-434D-9F3A-0BBB61C739D5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50604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41196-B1EE-476A-816C-A7EC464DD4F1}" type="datetimeFigureOut">
              <a:rPr lang="ru-RU" smtClean="0"/>
              <a:t>01.02.2026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9837E-BD26-434D-9F3A-0BBB61C739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17662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41196-B1EE-476A-816C-A7EC464DD4F1}" type="datetimeFigureOut">
              <a:rPr lang="ru-RU" smtClean="0"/>
              <a:t>01.02.2026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9837E-BD26-434D-9F3A-0BBB61C739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5309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41196-B1EE-476A-816C-A7EC464DD4F1}" type="datetimeFigureOut">
              <a:rPr lang="ru-RU" smtClean="0"/>
              <a:t>01.02.2026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9837E-BD26-434D-9F3A-0BBB61C739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99111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41196-B1EE-476A-816C-A7EC464DD4F1}" type="datetimeFigureOut">
              <a:rPr lang="ru-RU" smtClean="0"/>
              <a:t>01.02.2026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9837E-BD26-434D-9F3A-0BBB61C739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3075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23641196-B1EE-476A-816C-A7EC464DD4F1}" type="datetimeFigureOut">
              <a:rPr lang="ru-RU" smtClean="0"/>
              <a:t>01.02.2026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B79837E-BD26-434D-9F3A-0BBB61C739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0341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41196-B1EE-476A-816C-A7EC464DD4F1}" type="datetimeFigureOut">
              <a:rPr lang="ru-RU" smtClean="0"/>
              <a:t>01.02.2026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9837E-BD26-434D-9F3A-0BBB61C739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88596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41196-B1EE-476A-816C-A7EC464DD4F1}" type="datetimeFigureOut">
              <a:rPr lang="ru-RU" smtClean="0"/>
              <a:t>01.02.2026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9837E-BD26-434D-9F3A-0BBB61C739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46680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41196-B1EE-476A-816C-A7EC464DD4F1}" type="datetimeFigureOut">
              <a:rPr lang="ru-RU" smtClean="0"/>
              <a:t>01.02.2026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9837E-BD26-434D-9F3A-0BBB61C739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02186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23641196-B1EE-476A-816C-A7EC464DD4F1}" type="datetimeFigureOut">
              <a:rPr lang="ru-RU" smtClean="0"/>
              <a:t>01.02.2026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0B79837E-BD26-434D-9F3A-0BBB61C739D5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28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AB697F-541B-AA82-EE65-0B27E0B4F9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Лабораторная работа №4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407F943-5431-0E6D-B5D6-1255119DE5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93388" y="4545689"/>
            <a:ext cx="6801612" cy="1239894"/>
          </a:xfrm>
        </p:spPr>
        <p:txBody>
          <a:bodyPr/>
          <a:lstStyle/>
          <a:p>
            <a:pPr algn="r"/>
            <a:r>
              <a:rPr lang="ru-RU" dirty="0"/>
              <a:t>Студент: Сахно </a:t>
            </a:r>
            <a:r>
              <a:rPr lang="ru-RU" dirty="0" err="1"/>
              <a:t>никита</a:t>
            </a:r>
            <a:endParaRPr lang="ru-RU" dirty="0"/>
          </a:p>
          <a:p>
            <a:pPr algn="r"/>
            <a:r>
              <a:rPr lang="ru-RU" dirty="0"/>
              <a:t>Группа: нфибд-02-23</a:t>
            </a:r>
          </a:p>
        </p:txBody>
      </p:sp>
    </p:spTree>
    <p:extLst>
      <p:ext uri="{BB962C8B-B14F-4D97-AF65-F5344CB8AC3E}">
        <p14:creationId xmlns:p14="http://schemas.microsoft.com/office/powerpoint/2010/main" val="41772799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7CF61C-B427-B9AB-DB53-A584239B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57EBCFB-F1BB-E26B-A11B-6691C55FEF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53684" y="3429000"/>
            <a:ext cx="7729728" cy="3101983"/>
          </a:xfrm>
        </p:spPr>
        <p:txBody>
          <a:bodyPr/>
          <a:lstStyle/>
          <a:p>
            <a:pPr marL="0" indent="0" algn="just">
              <a:buNone/>
            </a:pPr>
            <a:r>
              <a:rPr lang="ru-RU" sz="2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Установить и настроить GNS3 и сопутствующее программное обеспечение.</a:t>
            </a:r>
            <a:endParaRPr lang="ru-RU" sz="2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306656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7CF61C-B427-B9AB-DB53-A584239B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57EBCFB-F1BB-E26B-A11B-6691C55FE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indent="450215" algn="just">
              <a:lnSpc>
                <a:spcPct val="150000"/>
              </a:lnSpc>
            </a:pPr>
            <a:r>
              <a:rPr lang="ru-RU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Установить GNS3-all-in-one, GNS3 VM, проверить корректность запуска;</a:t>
            </a:r>
            <a:endParaRPr lang="ru-RU" sz="24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indent="450215" algn="just">
              <a:lnSpc>
                <a:spcPct val="150000"/>
              </a:lnSpc>
            </a:pPr>
            <a:r>
              <a:rPr lang="ru-RU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Импортировать в GNS3 образ маршрутизатора FRR;</a:t>
            </a:r>
            <a:endParaRPr lang="ru-RU" sz="24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indent="450215" algn="just">
              <a:lnSpc>
                <a:spcPct val="150000"/>
              </a:lnSpc>
            </a:pPr>
            <a:r>
              <a:rPr lang="ru-RU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Импортировать в GNS3 образ маршрутизатора </a:t>
            </a:r>
            <a:r>
              <a:rPr lang="ru-RU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VyOS</a:t>
            </a:r>
            <a:r>
              <a:rPr lang="ru-RU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ru-RU" sz="24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42045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7CF61C-B427-B9AB-DB53-A584239B4D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979" y="551737"/>
            <a:ext cx="3066937" cy="1188720"/>
          </a:xfrm>
        </p:spPr>
        <p:txBody>
          <a:bodyPr>
            <a:normAutofit/>
          </a:bodyPr>
          <a:lstStyle/>
          <a:p>
            <a:r>
              <a:rPr lang="ru-RU" sz="2000" dirty="0"/>
              <a:t>Выполнение лабораторной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57EBCFB-F1BB-E26B-A11B-6691C55FEF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12677" y="2939601"/>
            <a:ext cx="3063765" cy="32632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600" dirty="0"/>
              <a:t>Установка </a:t>
            </a:r>
            <a:r>
              <a:rPr lang="en-US" sz="1600" dirty="0"/>
              <a:t>GNS3 </a:t>
            </a:r>
            <a:r>
              <a:rPr lang="ru-RU" sz="1600" dirty="0"/>
              <a:t>через терминал с помощью команды </a:t>
            </a:r>
            <a:r>
              <a:rPr lang="ru-RU" sz="1600" dirty="0" err="1">
                <a:effectLst/>
                <a:latin typeface="Constantia" panose="0203060205030603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choco</a:t>
            </a:r>
            <a:r>
              <a:rPr lang="ru-RU" sz="1600" dirty="0">
                <a:effectLst/>
                <a:latin typeface="Constantia" panose="0203060205030603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b="1" dirty="0" err="1">
                <a:effectLst/>
                <a:latin typeface="Constantia" panose="0203060205030603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install</a:t>
            </a:r>
            <a:r>
              <a:rPr lang="ru-RU" sz="1600" dirty="0">
                <a:effectLst/>
                <a:latin typeface="Constantia" panose="02030602050306030303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gns3 –y</a:t>
            </a:r>
          </a:p>
          <a:p>
            <a:pPr marL="0" indent="0">
              <a:buNone/>
            </a:pPr>
            <a:endParaRPr lang="ru-RU" dirty="0">
              <a:latin typeface="Constantia" panose="02030602050306030303" pitchFamily="18" charset="0"/>
            </a:endParaRPr>
          </a:p>
        </p:txBody>
      </p:sp>
      <p:pic>
        <p:nvPicPr>
          <p:cNvPr id="6" name="Рисунок 5" descr="Изображение выглядит как текст, снимок экрана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AB2EBC1-F2F7-2CA7-F66D-26B77F8685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969" y="1944432"/>
            <a:ext cx="4994031" cy="3959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0488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9">
            <a:extLst>
              <a:ext uri="{FF2B5EF4-FFF2-40B4-BE49-F238E27FC236}">
                <a16:creationId xmlns:a16="http://schemas.microsoft.com/office/drawing/2014/main" id="{4E4490D0-3672-446A-AC12-B4830333BD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4" name="Rectangle 11">
            <a:extLst>
              <a:ext uri="{FF2B5EF4-FFF2-40B4-BE49-F238E27FC236}">
                <a16:creationId xmlns:a16="http://schemas.microsoft.com/office/drawing/2014/main" id="{39CB82C2-DF65-4EC1-8280-F201D50F5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cxnSp>
        <p:nvCxnSpPr>
          <p:cNvPr id="25" name="Straight Connector 13">
            <a:extLst>
              <a:ext uri="{FF2B5EF4-FFF2-40B4-BE49-F238E27FC236}">
                <a16:creationId xmlns:a16="http://schemas.microsoft.com/office/drawing/2014/main" id="{7E1D4427-852B-4B37-8E76-0E9F1810BA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6" name="Rectangle 15">
            <a:extLst>
              <a:ext uri="{FF2B5EF4-FFF2-40B4-BE49-F238E27FC236}">
                <a16:creationId xmlns:a16="http://schemas.microsoft.com/office/drawing/2014/main" id="{FA4CD5CB-D209-4D70-8CA4-629731C59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7CF61C-B427-B9AB-DB53-A584239B4D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1110" y="639097"/>
            <a:ext cx="3401961" cy="3686015"/>
          </a:xfrm>
        </p:spPr>
        <p:txBody>
          <a:bodyPr vert="horz" lIns="91440" tIns="45720" rIns="91440" bIns="45720" rtlCol="0" anchor="b" anchorCtr="1">
            <a:normAutofit/>
          </a:bodyPr>
          <a:lstStyle/>
          <a:p>
            <a:r>
              <a:rPr lang="en-US" sz="4100">
                <a:solidFill>
                  <a:schemeClr val="tx1">
                    <a:lumMod val="85000"/>
                    <a:lumOff val="15000"/>
                  </a:schemeClr>
                </a:solidFill>
              </a:rPr>
              <a:t>Выполнение лабораторной работы</a:t>
            </a:r>
          </a:p>
        </p:txBody>
      </p:sp>
      <p:pic>
        <p:nvPicPr>
          <p:cNvPr id="5" name="Рисунок 4" descr="Изображение выглядит как текст, снимок экрана, программное обеспечение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AB03C57-A4F2-F6F4-DAC7-882F067987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738" y="640081"/>
            <a:ext cx="6606739" cy="5054156"/>
          </a:xfrm>
          <a:prstGeom prst="rect">
            <a:avLst/>
          </a:prstGeom>
        </p:spPr>
      </p:pic>
      <p:cxnSp>
        <p:nvCxnSpPr>
          <p:cNvPr id="27" name="Straight Connector 17">
            <a:extLst>
              <a:ext uri="{FF2B5EF4-FFF2-40B4-BE49-F238E27FC236}">
                <a16:creationId xmlns:a16="http://schemas.microsoft.com/office/drawing/2014/main" id="{5C6A2BAE-B461-4B55-8E1F-0722ABDD1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209305" y="4343400"/>
            <a:ext cx="32004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19">
            <a:extLst>
              <a:ext uri="{FF2B5EF4-FFF2-40B4-BE49-F238E27FC236}">
                <a16:creationId xmlns:a16="http://schemas.microsoft.com/office/drawing/2014/main" id="{B4C27B90-DF2B-4D00-BA07-18ED774CD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93ACC25-C262-417A-8AA9-0641C772BD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7945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E4490D0-3672-446A-AC12-B4830333BD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CB82C2-DF65-4EC1-8280-F201D50F5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E1D4427-852B-4B37-8E76-0E9F1810BA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5A1B47C8-47A0-4A88-8830-6DEA3B5DE3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Объект 6" descr="Изображение выглядит как текст, электроника, снимок экрана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C62F0EA-CA1D-E694-CB3F-EAE76F19B6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999" y="1005024"/>
            <a:ext cx="6275667" cy="4847952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984BBFDD-E720-4805-A9C8-129FBBF6DD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7613486" y="0"/>
            <a:ext cx="4584734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88998B-F6F3-2570-DCC4-E9907CAE4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6885" y="640080"/>
            <a:ext cx="3659246" cy="2926080"/>
          </a:xfrm>
        </p:spPr>
        <p:txBody>
          <a:bodyPr vert="horz" lIns="91440" tIns="45720" rIns="91440" bIns="45720" rtlCol="0" anchor="b" anchorCtr="1">
            <a:normAutofit/>
          </a:bodyPr>
          <a:lstStyle/>
          <a:p>
            <a:r>
              <a:rPr lang="en-US" sz="4400">
                <a:solidFill>
                  <a:srgbClr val="FFFFFF"/>
                </a:solidFill>
              </a:rPr>
              <a:t>Выполнение лабораторной работы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AC4BE46-4A77-42FE-9D15-065CDB2F84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6906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81270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E4490D0-3672-446A-AC12-B4830333BD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9CB82C2-DF65-4EC1-8280-F201D50F5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E1D4427-852B-4B37-8E76-0E9F1810BA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8D0DE514-8876-4D18-A995-61A5C1F81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4904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9DA791C-FFCF-422E-8775-BDA6C0E5EC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298D0D-B6B1-8FF1-91AA-2E6F1A470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197" y="5120640"/>
            <a:ext cx="10058400" cy="822960"/>
          </a:xfrm>
        </p:spPr>
        <p:txBody>
          <a:bodyPr vert="horz" lIns="91440" tIns="45720" rIns="91440" bIns="45720" rtlCol="0" anchor="b" anchorCtr="1">
            <a:normAutofit/>
          </a:bodyPr>
          <a:lstStyle/>
          <a:p>
            <a:r>
              <a:rPr lang="en-US" sz="3600">
                <a:solidFill>
                  <a:srgbClr val="FFFFFF"/>
                </a:solidFill>
              </a:rPr>
              <a:t>Выполнение лабораторной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99CBC1A-FD6D-1733-CD29-2F9211D72A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5212" y="5943600"/>
            <a:ext cx="10058400" cy="543513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1500" cap="all" spc="200">
                <a:solidFill>
                  <a:srgbClr val="FFFFFF"/>
                </a:solidFill>
                <a:effectLst/>
                <a:latin typeface="+mj-lt"/>
              </a:rPr>
              <a:t>Загрузка GNS3 VM для VirtualBox</a:t>
            </a:r>
            <a:endParaRPr lang="en-US" sz="1500" cap="all" spc="200">
              <a:solidFill>
                <a:srgbClr val="FFFFFF"/>
              </a:solidFill>
              <a:latin typeface="+mj-lt"/>
            </a:endParaRPr>
          </a:p>
        </p:txBody>
      </p:sp>
      <p:pic>
        <p:nvPicPr>
          <p:cNvPr id="6" name="Рисунок 5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CD52B15-C3B8-E49E-E5EE-D42A919826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5252" y="643538"/>
            <a:ext cx="9522595" cy="3618586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0DCF8855-3530-4F46-A4CB-3B6686EEE4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4906176"/>
            <a:ext cx="12188952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98051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BB2B8762-61F0-4F1B-9364-D633EE9D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97675C8-1328-460C-9EBF-6B446B67EA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14EE78B-AF71-4195-A01B-F1165D923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2AD83CFE-1CA3-4832-A4B9-C48CD1347C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045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C98641C-7F74-435D-996F-A4387A3C3C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298D0D-B6B1-8FF1-91AA-2E6F1A470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197" y="5120640"/>
            <a:ext cx="10058400" cy="822960"/>
          </a:xfrm>
        </p:spPr>
        <p:txBody>
          <a:bodyPr vert="horz" lIns="91440" tIns="45720" rIns="91440" bIns="45720" rtlCol="0" anchor="b" anchorCtr="1">
            <a:normAutofit/>
          </a:bodyPr>
          <a:lstStyle/>
          <a:p>
            <a:r>
              <a:rPr lang="en-US" sz="3600">
                <a:solidFill>
                  <a:srgbClr val="FFFFFF"/>
                </a:solidFill>
              </a:rPr>
              <a:t>Выполнение лабораторной работы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0673B84-AE6B-654D-8842-6EBA7C233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5212" y="5943600"/>
            <a:ext cx="10058400" cy="543513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1500" cap="all" spc="200">
                <a:solidFill>
                  <a:srgbClr val="FFFFFF"/>
                </a:solidFill>
                <a:latin typeface="+mj-lt"/>
              </a:rPr>
              <a:t>Импорт конфигураций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530C0F6-C8DF-4539-B30C-8105DB618C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3996" y="886968"/>
            <a:ext cx="64008" cy="31089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Объект 7" descr="Изображение выглядит как текст, снимок экрана, программное обеспечение, Мультимедийное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DDA1B57-8B78-F326-ED3B-FBF0900A5C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822" y="520504"/>
            <a:ext cx="9417021" cy="4310444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BAE51241-AA8B-4B82-9C59-6738DB8567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4906176"/>
            <a:ext cx="12188952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30053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298D0D-B6B1-8FF1-91AA-2E6F1A470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4269282"/>
            <a:ext cx="8991600" cy="1264762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sz="3200"/>
              <a:t>Выполнение лабораторной работы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368A5DB3-C806-6E4F-BC72-ED6FF125BB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267" y="1171281"/>
            <a:ext cx="10921466" cy="223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93656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25C8D2C1-DA83-420D-9635-D52CE066B5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34F74C9-6A0B-409E-AD1C-45B58BE91B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5486A9D-1265-4B57-91E6-68E666B97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90AA6468-80AC-4DDF-9CFB-C7A9507E20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6" y="0"/>
            <a:ext cx="4584734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298D0D-B6B1-8FF1-91AA-2E6F1A470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40080"/>
            <a:ext cx="3659246" cy="2926080"/>
          </a:xfrm>
        </p:spPr>
        <p:txBody>
          <a:bodyPr vert="horz" lIns="91440" tIns="45720" rIns="91440" bIns="45720" rtlCol="0" anchor="b" anchorCtr="1">
            <a:normAutofit/>
          </a:bodyPr>
          <a:lstStyle/>
          <a:p>
            <a:r>
              <a:rPr lang="en-US" sz="4400">
                <a:solidFill>
                  <a:srgbClr val="FFFFFF"/>
                </a:solidFill>
              </a:rPr>
              <a:t>Выполнение лабораторной работы</a:t>
            </a:r>
          </a:p>
        </p:txBody>
      </p:sp>
      <p:pic>
        <p:nvPicPr>
          <p:cNvPr id="10" name="Объект 9" descr="Изображение выглядит как текст, снимок экрана, программное обеспечение, Мультимедийное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6B9DCF4-20E9-C5C7-2147-DDF2C7B4F5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4" r="12031" b="2"/>
          <a:stretch>
            <a:fillRect/>
          </a:stretch>
        </p:blipFill>
        <p:spPr>
          <a:xfrm>
            <a:off x="4639733" y="10"/>
            <a:ext cx="7552266" cy="685799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4AB900CC-5074-4746-A1A4-AF640455BD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475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78652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298D0D-B6B1-8FF1-91AA-2E6F1A470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2404872"/>
            <a:ext cx="3044950" cy="1627792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sz="2400"/>
              <a:t>Выполнение лабораторной работы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6B2734-07AB-AFD3-6EED-5E13059FB82C}"/>
              </a:ext>
            </a:extLst>
          </p:cNvPr>
          <p:cNvSpPr txBox="1"/>
          <p:nvPr/>
        </p:nvSpPr>
        <p:spPr>
          <a:xfrm>
            <a:off x="6903315" y="270747"/>
            <a:ext cx="3009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Экземпляр 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GNS3 </a:t>
            </a:r>
            <a:r>
              <a:rPr lang="ru-RU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в 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VirtualBox</a:t>
            </a:r>
            <a:endParaRPr lang="ru-RU" dirty="0"/>
          </a:p>
        </p:txBody>
      </p:sp>
      <p:pic>
        <p:nvPicPr>
          <p:cNvPr id="8" name="Объект 7" descr="Изображение выглядит как текст, снимок экрана, Прямоугольник, компьютер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0CA4D84-FD6F-8759-50BD-DAE549349D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3137" y="270747"/>
            <a:ext cx="7674016" cy="5684992"/>
          </a:xfrm>
        </p:spPr>
      </p:pic>
    </p:spTree>
    <p:extLst>
      <p:ext uri="{BB962C8B-B14F-4D97-AF65-F5344CB8AC3E}">
        <p14:creationId xmlns:p14="http://schemas.microsoft.com/office/powerpoint/2010/main" val="42635344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298D0D-B6B1-8FF1-91AA-2E6F1A470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3" y="2133600"/>
            <a:ext cx="3044952" cy="1898904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sz="2400"/>
              <a:t>Выполнение лабораторной работы</a:t>
            </a:r>
          </a:p>
        </p:txBody>
      </p:sp>
      <p:pic>
        <p:nvPicPr>
          <p:cNvPr id="4" name="Объект 3" descr="Изображение выглядит как текст, снимок экрана, дисплей, программное обеспечение&#10;&#10;Автоматически созданное описание">
            <a:extLst>
              <a:ext uri="{FF2B5EF4-FFF2-40B4-BE49-F238E27FC236}">
                <a16:creationId xmlns:a16="http://schemas.microsoft.com/office/drawing/2014/main" id="{B31DAA37-A4A1-F33D-197D-A5D5CC272B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0411" y="1122807"/>
            <a:ext cx="5545394" cy="4297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1902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298D0D-B6B1-8FF1-91AA-2E6F1A470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3" y="2133600"/>
            <a:ext cx="3044952" cy="1898904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sz="2400"/>
              <a:t>Выполнение лабораторной работы</a:t>
            </a:r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F71C6A94-E6DD-AF0C-1ABB-3E4F5DBC49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40452" y="2012518"/>
            <a:ext cx="5925312" cy="251825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03AA9B6-BC45-02C3-52D7-FB09176E31D5}"/>
              </a:ext>
            </a:extLst>
          </p:cNvPr>
          <p:cNvSpPr txBox="1"/>
          <p:nvPr/>
        </p:nvSpPr>
        <p:spPr>
          <a:xfrm>
            <a:off x="5854046" y="1377177"/>
            <a:ext cx="48055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</a:rPr>
              <a:t>Добавление 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образа маршрутизатора </a:t>
            </a:r>
            <a:r>
              <a:rPr lang="ru-RU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FRRouting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186356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298D0D-B6B1-8FF1-91AA-2E6F1A470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3" y="2133600"/>
            <a:ext cx="3044952" cy="1898904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sz="2400"/>
              <a:t>Выполнение лабораторной работы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2CDEA317-A938-F1B2-F535-6263B3889B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0279"/>
          <a:stretch>
            <a:fillRect/>
          </a:stretch>
        </p:blipFill>
        <p:spPr>
          <a:xfrm>
            <a:off x="5140452" y="2021305"/>
            <a:ext cx="5925312" cy="3353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0211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298D0D-B6B1-8FF1-91AA-2E6F1A470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3" y="2133600"/>
            <a:ext cx="3044952" cy="1898904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sz="2400"/>
              <a:t>Выполнение лабораторной работы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5949BE62-8353-4BA0-158B-ACC1ED3DF0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40452" y="1419987"/>
            <a:ext cx="5925312" cy="3703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55248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298D0D-B6B1-8FF1-91AA-2E6F1A470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3" y="2133600"/>
            <a:ext cx="3044952" cy="1898904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sz="2400" dirty="0" err="1"/>
              <a:t>Выполнение</a:t>
            </a:r>
            <a:r>
              <a:rPr lang="en-US" sz="2400" dirty="0"/>
              <a:t> </a:t>
            </a:r>
            <a:r>
              <a:rPr lang="en-US" sz="2400" dirty="0" err="1"/>
              <a:t>лабораторной</a:t>
            </a:r>
            <a:r>
              <a:rPr lang="en-US" sz="2400" dirty="0"/>
              <a:t> </a:t>
            </a:r>
            <a:r>
              <a:rPr lang="en-US" sz="2400" dirty="0" err="1"/>
              <a:t>работы</a:t>
            </a:r>
            <a:endParaRPr lang="en-US" sz="2400" dirty="0"/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19FBAC4B-A817-8000-8DFE-B86301B073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40452" y="1390360"/>
            <a:ext cx="5925312" cy="3762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2702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C94CF60-DBC9-F0DB-689E-1A2790909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2386744"/>
            <a:ext cx="4486656" cy="1645920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sz="3000" dirty="0" err="1"/>
              <a:t>Выполнение</a:t>
            </a:r>
            <a:r>
              <a:rPr lang="en-US" sz="3000" dirty="0"/>
              <a:t> </a:t>
            </a:r>
            <a:r>
              <a:rPr lang="en-US" sz="3000" dirty="0" err="1"/>
              <a:t>лабораторной</a:t>
            </a:r>
            <a:r>
              <a:rPr lang="en-US" sz="3000" dirty="0"/>
              <a:t> </a:t>
            </a:r>
            <a:r>
              <a:rPr lang="en-US" sz="3000" dirty="0" err="1"/>
              <a:t>работы</a:t>
            </a:r>
            <a:endParaRPr lang="en-US" sz="30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07D713A-DB39-0818-D55F-94A7635C91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6940" y="1228680"/>
            <a:ext cx="5751069" cy="1509656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FDCC362-7C1A-9E6C-9DBD-162258DF0F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485" y="3651859"/>
            <a:ext cx="5819977" cy="1396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0790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B92CCA-34BF-355D-8CF5-FBD60D092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3" y="2133600"/>
            <a:ext cx="3044952" cy="1898904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sz="2400" dirty="0" err="1"/>
              <a:t>Выполнение</a:t>
            </a:r>
            <a:r>
              <a:rPr lang="en-US" sz="2400" dirty="0"/>
              <a:t> </a:t>
            </a:r>
            <a:r>
              <a:rPr lang="en-US" sz="2400" dirty="0" err="1"/>
              <a:t>лабораторной</a:t>
            </a:r>
            <a:r>
              <a:rPr lang="en-US" sz="2400" dirty="0"/>
              <a:t> </a:t>
            </a:r>
            <a:r>
              <a:rPr lang="en-US" sz="2400" dirty="0" err="1"/>
              <a:t>работы</a:t>
            </a:r>
            <a:endParaRPr lang="en-US" sz="2400" dirty="0"/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61C46E19-9FD6-2287-F545-47CDC7C43D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40452" y="1531087"/>
            <a:ext cx="5925312" cy="348111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2F2DF2F-7DFE-DF44-A898-4883FD5B54F2}"/>
              </a:ext>
            </a:extLst>
          </p:cNvPr>
          <p:cNvSpPr txBox="1"/>
          <p:nvPr/>
        </p:nvSpPr>
        <p:spPr>
          <a:xfrm>
            <a:off x="6306532" y="1117473"/>
            <a:ext cx="3896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Установка образа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VyOS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quemu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в 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GNS</a:t>
            </a:r>
            <a:r>
              <a:rPr lang="ru-RU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3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147326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15105F-ED52-D36D-FE10-046179582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3" y="2133600"/>
            <a:ext cx="3044952" cy="1898904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sz="2400"/>
              <a:t>Выполнение лабораторной работы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14772FF0-B535-EB25-7903-F5206C1320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40452" y="1257041"/>
            <a:ext cx="5925312" cy="4029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2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E6902A-0EA5-29EC-2554-B2B885CF1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01134FF-E007-2AF4-738B-3EEF6E307B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5977" y="3153597"/>
            <a:ext cx="7729728" cy="3101983"/>
          </a:xfrm>
        </p:spPr>
        <p:txBody>
          <a:bodyPr/>
          <a:lstStyle/>
          <a:p>
            <a:pPr marL="0" indent="0">
              <a:buNone/>
            </a:pPr>
            <a:r>
              <a:rPr lang="ru-RU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В процессе выполнения данной лабораторной работы я установил и настроил GNS3 и сопутствующее программное обеспечение.</a:t>
            </a:r>
            <a:endParaRPr lang="ru-RU" sz="24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45396149"/>
      </p:ext>
    </p:extLst>
  </p:cSld>
  <p:clrMapOvr>
    <a:masterClrMapping/>
  </p:clrMapOvr>
</p:sld>
</file>

<file path=ppt/theme/theme1.xml><?xml version="1.0" encoding="utf-8"?>
<a:theme xmlns:a="http://schemas.openxmlformats.org/drawingml/2006/main" name="Ретро">
  <a:themeElements>
    <a:clrScheme name="Ретро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75</TotalTime>
  <Words>146</Words>
  <Application>Microsoft Office PowerPoint</Application>
  <PresentationFormat>Широкоэкранный</PresentationFormat>
  <Paragraphs>33</Paragraphs>
  <Slides>20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5" baseType="lpstr">
      <vt:lpstr>Calibri</vt:lpstr>
      <vt:lpstr>Calibri Light</vt:lpstr>
      <vt:lpstr>Constantia</vt:lpstr>
      <vt:lpstr>Times New Roman</vt:lpstr>
      <vt:lpstr>Ретро</vt:lpstr>
      <vt:lpstr>Лабораторная работа №4</vt:lpstr>
      <vt:lpstr>Цель работы</vt:lpstr>
      <vt:lpstr>Задание</vt:lpstr>
      <vt:lpstr>Выполнение лабораторной работы</vt:lpstr>
      <vt:lpstr>Выполнение лабораторной работы</vt:lpstr>
      <vt:lpstr>Выполнение лабораторной работы</vt:lpstr>
      <vt:lpstr>Выполнение лабораторной работы</vt:lpstr>
      <vt:lpstr>Выполнение лабораторной работы</vt:lpstr>
      <vt:lpstr>Выполнение лабораторной работы</vt:lpstr>
      <vt:lpstr>Выполнение лабораторной работы</vt:lpstr>
      <vt:lpstr>Выполнение лабораторной работы</vt:lpstr>
      <vt:lpstr>Выполнение лабораторной работы</vt:lpstr>
      <vt:lpstr>Выполнение лабораторной работы</vt:lpstr>
      <vt:lpstr>Выполнение лабораторной работы</vt:lpstr>
      <vt:lpstr>Выполнение лабораторной работы</vt:lpstr>
      <vt:lpstr>Выполнение лабораторной работы</vt:lpstr>
      <vt:lpstr>Выполнение лабораторной работы</vt:lpstr>
      <vt:lpstr>Выполнение лабораторной работы</vt:lpstr>
      <vt:lpstr>Выполнение лабораторной работы</vt:lpstr>
      <vt:lpstr>Выводы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Лабораторная работа №4</dc:title>
  <dc:creator>Беличева Дарья Михайловна</dc:creator>
  <cp:lastModifiedBy>Никита Сахно</cp:lastModifiedBy>
  <cp:revision>15</cp:revision>
  <dcterms:created xsi:type="dcterms:W3CDTF">2023-09-28T20:44:09Z</dcterms:created>
  <dcterms:modified xsi:type="dcterms:W3CDTF">2026-02-01T08:33:58Z</dcterms:modified>
</cp:coreProperties>
</file>