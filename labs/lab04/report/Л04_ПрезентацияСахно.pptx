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05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82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06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76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0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91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07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34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85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66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21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641196-B1EE-476A-816C-A7EC464DD4F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B697F-541B-AA82-EE65-0B27E0B4F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07F943-5431-0E6D-B5D6-1255119D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3388" y="4545689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endParaRPr lang="ru-RU" dirty="0"/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417727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684" y="3429000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Установить и настроить GNS3 и сопутствующее программное обеспечение.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66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Установить GNS3-all-in-one, GNS3 VM, проверить корректность запуска;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Импортировать в GNS3 образ маршрутизатора FRR;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Импортировать в GNS3 образ маршрутизатора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204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79" y="551737"/>
            <a:ext cx="3066937" cy="1188720"/>
          </a:xfrm>
        </p:spPr>
        <p:txBody>
          <a:bodyPr>
            <a:normAutofit/>
          </a:bodyPr>
          <a:lstStyle/>
          <a:p>
            <a:r>
              <a:rPr lang="ru-RU" sz="2000" dirty="0"/>
              <a:t>Выполнение лабораторной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677" y="2939601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Установка </a:t>
            </a:r>
            <a:r>
              <a:rPr lang="en-US" sz="1600" dirty="0"/>
              <a:t>GNS3 </a:t>
            </a:r>
            <a:r>
              <a:rPr lang="ru-RU" sz="1600" dirty="0"/>
              <a:t>через терминал с помощью команды </a:t>
            </a:r>
            <a:r>
              <a:rPr lang="ru-RU" sz="1600" dirty="0" err="1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choco</a:t>
            </a:r>
            <a:r>
              <a:rPr lang="ru-RU" sz="1600" dirty="0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</a:t>
            </a:r>
            <a:r>
              <a:rPr lang="ru-RU" sz="1600" dirty="0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gns3 –y</a:t>
            </a:r>
          </a:p>
          <a:p>
            <a:pPr marL="0" indent="0">
              <a:buNone/>
            </a:pPr>
            <a:endParaRPr lang="ru-RU" dirty="0">
              <a:latin typeface="Constantia" panose="02030602050306030303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DF8E7F-92DE-338E-08D0-982855D871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57" b="47524"/>
          <a:stretch/>
        </p:blipFill>
        <p:spPr>
          <a:xfrm>
            <a:off x="1143979" y="2218293"/>
            <a:ext cx="6227064" cy="242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4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FDE61-7E47-66CF-B949-43A1D8BE6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79" y="1025531"/>
            <a:ext cx="5807005" cy="448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4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8998B-F6F3-2570-DCC4-E9907CAE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5633627-BC21-AA7C-3EA1-596C21578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5698" y="1047478"/>
            <a:ext cx="5814820" cy="444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2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CBC1A-FD6D-1733-CD29-2F9211D7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0323" y="740203"/>
            <a:ext cx="6571354" cy="56787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Загрузка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GNS3 VM </a:t>
            </a:r>
            <a:r>
              <a:rPr lang="en-US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VirtualBox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Рисунок 3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818ACC0-457F-53CC-DD03-704DCE35D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348755"/>
            <a:ext cx="10921466" cy="188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0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71DBE89-2BB2-978D-C8F3-502B9E1EC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52" y="1545900"/>
            <a:ext cx="5925312" cy="345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1F91C34-1814-ACBE-BDA7-73567D303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52" y="1538493"/>
            <a:ext cx="5925312" cy="3466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B5F9D8-E794-C616-1EF8-43132961C1A4}"/>
              </a:ext>
            </a:extLst>
          </p:cNvPr>
          <p:cNvSpPr txBox="1"/>
          <p:nvPr/>
        </p:nvSpPr>
        <p:spPr>
          <a:xfrm>
            <a:off x="6831755" y="1117473"/>
            <a:ext cx="2542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Импорт конфигураций</a:t>
            </a:r>
          </a:p>
        </p:txBody>
      </p:sp>
    </p:spTree>
    <p:extLst>
      <p:ext uri="{BB962C8B-B14F-4D97-AF65-F5344CB8AC3E}">
        <p14:creationId xmlns:p14="http://schemas.microsoft.com/office/powerpoint/2010/main" val="370300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68A5DB3-C806-6E4F-BC72-ED6FF125B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171281"/>
            <a:ext cx="10921466" cy="22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6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E7DB341-A40D-9110-05DA-C62E66652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574" y="203197"/>
            <a:ext cx="5203837" cy="3031236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E164B67-C3F1-D959-5562-ABBF9E4C44C8}"/>
              </a:ext>
            </a:extLst>
          </p:cNvPr>
          <p:cNvGrpSpPr/>
          <p:nvPr/>
        </p:nvGrpSpPr>
        <p:grpSpPr>
          <a:xfrm>
            <a:off x="6582574" y="3552316"/>
            <a:ext cx="5203837" cy="3031236"/>
            <a:chOff x="0" y="259080"/>
            <a:chExt cx="3957320" cy="264350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FB993147-AB27-7CC8-3556-3B362F56EA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066"/>
            <a:stretch/>
          </p:blipFill>
          <p:spPr bwMode="auto">
            <a:xfrm>
              <a:off x="0" y="259080"/>
              <a:ext cx="3957320" cy="7620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3DECFEF-5A10-760E-A290-B0BA37F79D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527"/>
            <a:stretch/>
          </p:blipFill>
          <p:spPr bwMode="auto">
            <a:xfrm>
              <a:off x="0" y="1021080"/>
              <a:ext cx="3957320" cy="188150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786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EDCFCBD-C4BA-88BE-3EED-34094BFD2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09" t="25486" r="7327" b="22928"/>
          <a:stretch/>
        </p:blipFill>
        <p:spPr>
          <a:xfrm>
            <a:off x="5428378" y="910826"/>
            <a:ext cx="5989539" cy="5263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6B2734-07AB-AFD3-6EED-5E13059FB82C}"/>
              </a:ext>
            </a:extLst>
          </p:cNvPr>
          <p:cNvSpPr txBox="1"/>
          <p:nvPr/>
        </p:nvSpPr>
        <p:spPr>
          <a:xfrm>
            <a:off x="6903315" y="270747"/>
            <a:ext cx="3009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Экземпляр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GNS3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VirtualBox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353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 descr="Изображение выглядит как текст, снимок экрана, дисплей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B31DAA37-A4A1-F33D-197D-A5D5CC272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411" y="1122807"/>
            <a:ext cx="5545394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90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71C6A94-E6DD-AF0C-1ABB-3E4F5DBC4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2012518"/>
            <a:ext cx="5925312" cy="2518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3AA9B6-BC45-02C3-52D7-FB09176E31D5}"/>
              </a:ext>
            </a:extLst>
          </p:cNvPr>
          <p:cNvSpPr txBox="1"/>
          <p:nvPr/>
        </p:nvSpPr>
        <p:spPr>
          <a:xfrm>
            <a:off x="5854046" y="1377177"/>
            <a:ext cx="480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Добавление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образа маршрутизатора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FRRouting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635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CDEA317-A938-F1B2-F535-6263B3889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168161"/>
            <a:ext cx="5925312" cy="420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2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949BE62-8353-4BA0-158B-ACC1ED3DF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419987"/>
            <a:ext cx="5925312" cy="370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24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9FBAC4B-A817-8000-8DFE-B86301B07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390360"/>
            <a:ext cx="5925312" cy="37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7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4CF60-DBC9-F0DB-689E-1A279090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 dirty="0" err="1"/>
              <a:t>Выполнение</a:t>
            </a:r>
            <a:r>
              <a:rPr lang="en-US" sz="3000" dirty="0"/>
              <a:t> </a:t>
            </a:r>
            <a:r>
              <a:rPr lang="en-US" sz="3000" dirty="0" err="1"/>
              <a:t>лабораторной</a:t>
            </a:r>
            <a:r>
              <a:rPr lang="en-US" sz="3000" dirty="0"/>
              <a:t> </a:t>
            </a:r>
            <a:r>
              <a:rPr lang="en-US" sz="3000" dirty="0" err="1"/>
              <a:t>работы</a:t>
            </a:r>
            <a:endParaRPr lang="en-US" sz="3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7D713A-DB39-0818-D55F-94A7635C9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940" y="1228680"/>
            <a:ext cx="5751069" cy="15096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DCC362-7C1A-9E6C-9DBD-162258DF0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85" y="3651859"/>
            <a:ext cx="5819977" cy="13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7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92CCA-34BF-355D-8CF5-FBD60D092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1C46E19-9FD6-2287-F545-47CDC7C43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531087"/>
            <a:ext cx="5925312" cy="3481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F2DF2F-7DFE-DF44-A898-4883FD5B54F2}"/>
              </a:ext>
            </a:extLst>
          </p:cNvPr>
          <p:cNvSpPr txBox="1"/>
          <p:nvPr/>
        </p:nvSpPr>
        <p:spPr>
          <a:xfrm>
            <a:off x="6306532" y="1117473"/>
            <a:ext cx="389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Установка образа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quemu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GNS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732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5105F-ED52-D36D-FE10-04617958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4772FF0-B535-EB25-7903-F5206C132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257041"/>
            <a:ext cx="5925312" cy="40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6902A-0EA5-29EC-2554-B2B885CF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134FF-E007-2AF4-738B-3EEF6E30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977" y="3153597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установил и настроил GNS3 и сопутствующее программное обеспечение.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39614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</TotalTime>
  <Words>149</Words>
  <Application>Microsoft Office PowerPoint</Application>
  <PresentationFormat>Широкоэкранный</PresentationFormat>
  <Paragraphs>34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Constantia</vt:lpstr>
      <vt:lpstr>Times New Roman</vt:lpstr>
      <vt:lpstr>Ретро</vt:lpstr>
      <vt:lpstr>Лабораторная работа №4</vt:lpstr>
      <vt:lpstr>Цель работы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</dc:title>
  <dc:creator>Беличева Дарья Михайловна</dc:creator>
  <cp:lastModifiedBy>Никита Сахно</cp:lastModifiedBy>
  <cp:revision>14</cp:revision>
  <dcterms:created xsi:type="dcterms:W3CDTF">2023-09-28T20:44:09Z</dcterms:created>
  <dcterms:modified xsi:type="dcterms:W3CDTF">2025-12-15T10:00:56Z</dcterms:modified>
</cp:coreProperties>
</file>