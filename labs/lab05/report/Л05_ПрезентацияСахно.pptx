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77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13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7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8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0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61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45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54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25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15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43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7F79B2-0F4D-439A-968A-53477D3BFFB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79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B1CA3-E7D3-D82D-5C28-7A406DC3A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B80857-8787-393D-D7DF-F1BF8590F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1360" y="4599463"/>
            <a:ext cx="6801612" cy="1239894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endParaRPr lang="ru-RU" dirty="0"/>
          </a:p>
          <a:p>
            <a:pPr algn="r"/>
            <a:r>
              <a:rPr lang="ru-RU" dirty="0"/>
              <a:t>Группа: нфибд-02-23 </a:t>
            </a:r>
          </a:p>
        </p:txBody>
      </p:sp>
    </p:spTree>
    <p:extLst>
      <p:ext uri="{BB962C8B-B14F-4D97-AF65-F5344CB8AC3E}">
        <p14:creationId xmlns:p14="http://schemas.microsoft.com/office/powerpoint/2010/main" val="33080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4235E-3467-50C7-117D-08140DDF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06B706-49EC-E023-224A-EE8457CF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91325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Построить простейшие модели сетей на базе коммутатора и маршрутизаторов FRR и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GNS3, проанализировать трафик посредством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10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D1EA1-6CD2-8078-E51D-66C932CD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B3F6A-960D-AFB9-D95E-CDDB536AE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коммутатора в GNS3;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трафик в GNS3 посредством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маршрутизатора FRR в GNS3;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маршрутизатора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570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5AF5547-060E-636F-C973-2842840A6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67" y="717803"/>
            <a:ext cx="10921466" cy="3145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9C60F4-8F45-1B4F-73B8-3AB08BF0E389}"/>
              </a:ext>
            </a:extLst>
          </p:cNvPr>
          <p:cNvSpPr txBox="1"/>
          <p:nvPr/>
        </p:nvSpPr>
        <p:spPr>
          <a:xfrm>
            <a:off x="4261897" y="223736"/>
            <a:ext cx="2918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</a:t>
            </a:r>
            <a:r>
              <a:rPr lang="en-US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-адреса для </a:t>
            </a:r>
            <a:r>
              <a:rPr lang="en-US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01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0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E5AD4062-1D1B-5699-219F-69C3ACE29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5896" y="3114572"/>
            <a:ext cx="5620534" cy="148610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75655D-EFF8-B5CE-988C-B723750E2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77" y="1171356"/>
            <a:ext cx="5736595" cy="1569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27CC50-D0FB-D787-1DFB-22A37DEA5323}"/>
              </a:ext>
            </a:extLst>
          </p:cNvPr>
          <p:cNvSpPr txBox="1"/>
          <p:nvPr/>
        </p:nvSpPr>
        <p:spPr>
          <a:xfrm>
            <a:off x="7832148" y="3244334"/>
            <a:ext cx="262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Пингование </a:t>
            </a:r>
            <a:r>
              <a:rPr lang="en-US" sz="1800" i="1" kern="10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PC-2</a:t>
            </a:r>
            <a:endParaRPr lang="ru-RU" sz="1800" i="1" kern="10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DC8048-9572-AFA7-5314-5CDD7DDB31EC}"/>
              </a:ext>
            </a:extLst>
          </p:cNvPr>
          <p:cNvSpPr txBox="1"/>
          <p:nvPr/>
        </p:nvSpPr>
        <p:spPr>
          <a:xfrm>
            <a:off x="7832148" y="802024"/>
            <a:ext cx="262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Пингование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PC-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854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53F47618-03DF-9E60-5FDC-6F74E37B1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54" y="97470"/>
            <a:ext cx="7772866" cy="6082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9494F0-2333-FB85-76F0-58E083B67645}"/>
              </a:ext>
            </a:extLst>
          </p:cNvPr>
          <p:cNvSpPr txBox="1"/>
          <p:nvPr/>
        </p:nvSpPr>
        <p:spPr>
          <a:xfrm>
            <a:off x="2217151" y="614953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4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AEB0AAEC-90F9-5251-B0E6-094C7B6D9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67" y="1068180"/>
            <a:ext cx="10921466" cy="24451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57A3D8-AE43-668E-0CC7-9FD05DF7D2D8}"/>
              </a:ext>
            </a:extLst>
          </p:cNvPr>
          <p:cNvSpPr txBox="1"/>
          <p:nvPr/>
        </p:nvSpPr>
        <p:spPr>
          <a:xfrm>
            <a:off x="4497476" y="69884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Эхо-запрос в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-моде</a:t>
            </a:r>
          </a:p>
        </p:txBody>
      </p:sp>
    </p:spTree>
    <p:extLst>
      <p:ext uri="{BB962C8B-B14F-4D97-AF65-F5344CB8AC3E}">
        <p14:creationId xmlns:p14="http://schemas.microsoft.com/office/powerpoint/2010/main" val="208286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656B6446-282A-F603-EA6D-3BEDF362F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37" y="270026"/>
            <a:ext cx="7945750" cy="5045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45E041-0C25-58D5-341E-E7BEE3363251}"/>
              </a:ext>
            </a:extLst>
          </p:cNvPr>
          <p:cNvSpPr txBox="1"/>
          <p:nvPr/>
        </p:nvSpPr>
        <p:spPr>
          <a:xfrm>
            <a:off x="2135938" y="5315577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0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0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29076F35-3A18-7240-7E3D-EF6AAA40A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2755" y="4235642"/>
            <a:ext cx="5591955" cy="122889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B63EB3-798B-5708-A399-F86A26472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33" y="397181"/>
            <a:ext cx="5381600" cy="3373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C4F13-AB56-AE7E-E619-0ACCD98FEF43}"/>
              </a:ext>
            </a:extLst>
          </p:cNvPr>
          <p:cNvSpPr txBox="1"/>
          <p:nvPr/>
        </p:nvSpPr>
        <p:spPr>
          <a:xfrm>
            <a:off x="7893796" y="592946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Эхо-запрос в UDP-моде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FA876-5DFB-DE8D-6359-FBBE48C90B6F}"/>
              </a:ext>
            </a:extLst>
          </p:cNvPr>
          <p:cNvSpPr txBox="1"/>
          <p:nvPr/>
        </p:nvSpPr>
        <p:spPr>
          <a:xfrm>
            <a:off x="7984504" y="3739900"/>
            <a:ext cx="6975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Эхо-запрос в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TCP-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</a:t>
            </a:r>
          </a:p>
        </p:txBody>
      </p:sp>
    </p:spTree>
    <p:extLst>
      <p:ext uri="{BB962C8B-B14F-4D97-AF65-F5344CB8AC3E}">
        <p14:creationId xmlns:p14="http://schemas.microsoft.com/office/powerpoint/2010/main" val="2944037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673444E0-C217-C6BA-F180-2637EE20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36" y="172658"/>
            <a:ext cx="7824952" cy="5497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2100B4-959A-6D1E-B992-78A52FD110DD}"/>
              </a:ext>
            </a:extLst>
          </p:cNvPr>
          <p:cNvSpPr txBox="1"/>
          <p:nvPr/>
        </p:nvSpPr>
        <p:spPr>
          <a:xfrm>
            <a:off x="2196337" y="565767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171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6" name="Объект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011291BF-D2D3-A54E-5285-8FB7BA78A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461579"/>
            <a:ext cx="6257544" cy="3620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031396-6ACC-F2BB-979D-3522864BEF46}"/>
              </a:ext>
            </a:extLst>
          </p:cNvPr>
          <p:cNvSpPr txBox="1"/>
          <p:nvPr/>
        </p:nvSpPr>
        <p:spPr>
          <a:xfrm>
            <a:off x="6819208" y="508171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108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8B2EDBB9-78BF-69B8-676F-993FC6D64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178376"/>
            <a:ext cx="6257544" cy="4186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9BD2E1-E167-B7CC-5C4B-9D38D667337B}"/>
              </a:ext>
            </a:extLst>
          </p:cNvPr>
          <p:cNvSpPr txBox="1"/>
          <p:nvPr/>
        </p:nvSpPr>
        <p:spPr>
          <a:xfrm>
            <a:off x="5875256" y="5364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IP-адресации для интерфейса  узла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670581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615BEA63-1448-4286-6BE7-B2BFAA6AC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588712"/>
            <a:ext cx="6257544" cy="3365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0B154D-6F23-AE5C-598F-853733F7C1BB}"/>
              </a:ext>
            </a:extLst>
          </p:cNvPr>
          <p:cNvSpPr txBox="1"/>
          <p:nvPr/>
        </p:nvSpPr>
        <p:spPr>
          <a:xfrm>
            <a:off x="5950670" y="495458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Настройка маршрутизатора </a:t>
            </a:r>
            <a:r>
              <a:rPr lang="en-US" sz="18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endParaRPr lang="ru-RU" sz="18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183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7237B2FE-8283-6EFC-A557-9B9CCD933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746080"/>
            <a:ext cx="6257544" cy="5051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49EF84-9036-0051-762F-2DE1E18E025A}"/>
              </a:ext>
            </a:extLst>
          </p:cNvPr>
          <p:cNvSpPr txBox="1"/>
          <p:nvPr/>
        </p:nvSpPr>
        <p:spPr>
          <a:xfrm>
            <a:off x="6007232" y="579721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Настройка маршрутизатора </a:t>
            </a:r>
            <a:r>
              <a:rPr lang="en-US" sz="18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endParaRPr lang="ru-RU" sz="18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029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5" name="Объект 4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BCD7981B-1C62-7728-4A4D-7731D854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67" y="918779"/>
            <a:ext cx="10921466" cy="274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76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B4728013-0A15-6323-26C0-3AF6B8D6C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1" y="615141"/>
            <a:ext cx="8059721" cy="5017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C71F50-BC29-175D-0A78-ABE34F558F5E}"/>
              </a:ext>
            </a:extLst>
          </p:cNvPr>
          <p:cNvSpPr txBox="1"/>
          <p:nvPr/>
        </p:nvSpPr>
        <p:spPr>
          <a:xfrm>
            <a:off x="2245885" y="569116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598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831234-FDD8-1DAB-68B4-68FB634F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данной лабораторной работы я построил простейшие модели сети на базе коммутатора и маршрутизатора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GNS3,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проанализировал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трафик посредством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988989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190</Words>
  <Application>Microsoft Office PowerPoint</Application>
  <PresentationFormat>Широкоэкранный</PresentationFormat>
  <Paragraphs>39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Calibri</vt:lpstr>
      <vt:lpstr>Calibri Light</vt:lpstr>
      <vt:lpstr>Times New Roman</vt:lpstr>
      <vt:lpstr>Ретро</vt:lpstr>
      <vt:lpstr>Лабораторная работа №5</vt:lpstr>
      <vt:lpstr>Цель работа</vt:lpstr>
      <vt:lpstr>Задание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Беличева Дарья Михайловна</dc:creator>
  <cp:lastModifiedBy>Никита Сахно</cp:lastModifiedBy>
  <cp:revision>21</cp:revision>
  <dcterms:created xsi:type="dcterms:W3CDTF">2023-10-07T19:26:57Z</dcterms:created>
  <dcterms:modified xsi:type="dcterms:W3CDTF">2026-02-02T07:43:13Z</dcterms:modified>
</cp:coreProperties>
</file>